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66960" y="0"/>
            <a:ext cx="222199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109728"/>
            <a:ext cx="1399032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6355080"/>
            <a:ext cx="3227832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EA5E9"/>
                </a:solidFill>
                <a:latin typeface="Aptos"/>
              </a:rP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9875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ptos Display"/>
              </a:rPr>
              <a:t>Data Engineering
&amp; Web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24612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BD5E1"/>
                </a:solidFill>
                <a:latin typeface="Aptos"/>
              </a:rPr>
              <a:t>Raw Data  →  PySpark &amp; Databricks  →  Clean Data  →  Watson Studio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25780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EA5E9"/>
                </a:solidFill>
                <a:latin typeface="Aptos"/>
              </a:rPr>
              <a:t>From data preparation to actionable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F34"/>
                </a:solidFill>
                <a:latin typeface="Aptos Display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33271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A complete pipeline for turning raw records into useful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5303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29968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RAW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18745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CSV • Excel •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08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82880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828800"/>
            <a:ext cx="73152" cy="2057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029968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487168"/>
            <a:ext cx="18745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Databricks + PySpark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508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  <a:latin typeface="Aptos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2880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828800"/>
            <a:ext cx="7315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029968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CLEAN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487168"/>
            <a:ext cx="18745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Validated • Analytics-ready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508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Apto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82880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82880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192" y="2029968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2487168"/>
            <a:ext cx="18745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Watson Studio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15087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27" name="Chevron 26"/>
          <p:cNvSpPr/>
          <p:nvPr/>
        </p:nvSpPr>
        <p:spPr>
          <a:xfrm>
            <a:off x="3063240" y="2514600"/>
            <a:ext cx="320040" cy="50292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5943600" y="2514600"/>
            <a:ext cx="320040" cy="50292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8823960" y="2514600"/>
            <a:ext cx="320040" cy="50292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DATA ENGINEERING &amp; WEB VISUALIZATION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F34"/>
                </a:solidFill>
                <a:latin typeface="Aptos Display"/>
              </a:rPr>
              <a:t>Stage 1 — Raw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33271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Understanding the starting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5303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Data may arrive in CSV, Excel, or JSON formats.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Raw records are not necessarily ready for direct analysis.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Common quality issues include missing values and duplicate records.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  <a:latin typeface="Aptos"/>
              </a:defRPr>
            </a:pPr>
            <a:r>
              <a:t>The first objective is to prepare the data for reliable processing.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452628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4526280"/>
            <a:ext cx="73152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1" y="4727448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1" y="5184648"/>
            <a:ext cx="292608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Uncleaned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DATA ENGINEERING &amp; WEB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F34"/>
                </a:solidFill>
                <a:latin typeface="Aptos Display"/>
              </a:rPr>
              <a:t>Stage 2 — Databricks + PySpark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33271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Processing, cleaning, transforming and validating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5303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09928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67128"/>
            <a:ext cx="25146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Load the raw dataset into the processing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50876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150876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709928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Clean &amp; 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2167128"/>
            <a:ext cx="25146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Prepare the data for consistent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50876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50876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709928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Handle Missing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2167128"/>
            <a:ext cx="25146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Address missing values in the dataset.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044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2044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721608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Remove Duplicates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178808"/>
            <a:ext cx="25146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Eliminate duplicate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352044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69080" y="352044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3721608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4178808"/>
            <a:ext cx="25146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Check that the processed records are reliable.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352044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352044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08392" y="3721608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Create Final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4178808"/>
            <a:ext cx="251460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Produce the dataset used downstream.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DATA ENGINEERING &amp; WEB VISUALIZATION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F34"/>
                </a:solidFill>
                <a:latin typeface="Aptos Display"/>
              </a:rPr>
              <a:t>Stage 3 — Clean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33271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The analytics-ready output of the processing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5303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4846320" cy="19202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21F34"/>
                </a:solidFill>
                <a:latin typeface="Aptos Display"/>
              </a:rPr>
              <a:t>CLEAN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788920"/>
            <a:ext cx="4023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64748B"/>
                </a:solidFill>
                <a:latin typeface="Aptos"/>
              </a:rPr>
              <a:t>Structured  •  Validated  •  Analytics-ready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2194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2880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02996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Structured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487168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Consistent data ready for consumption.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828800"/>
            <a:ext cx="2194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182880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2029968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Validated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2487168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Processed records prepared for visualization.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DATA ENGINEERING &amp; WEB 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F34"/>
                </a:solidFill>
                <a:latin typeface="Aptos Display"/>
              </a:rPr>
              <a:t>Stage 4 — Watson Studio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33271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Turning the clean dataset into an interactive web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5303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27432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73152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80136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Watson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258568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The cleaned dataset is used as the input for the web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600200"/>
            <a:ext cx="2331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1600200"/>
            <a:ext cx="73152" cy="3383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5072" y="1801368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2258568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Highlight important measures at a glance.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00200"/>
            <a:ext cx="2331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00200"/>
            <a:ext cx="73152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801368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Charts &amp; Graphs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258568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Present patterns and information visually.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600200"/>
            <a:ext cx="2331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600200"/>
            <a:ext cx="73152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1" y="1801368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Filters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1" y="2258568"/>
            <a:ext cx="187451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Allow users to explore the dashboard view.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21F34"/>
                </a:solidFill>
                <a:latin typeface="Aptos"/>
              </a:rPr>
              <a:t>Goal: make the processed data easier to understand and use for business insights.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DATA ENGINEERING &amp; WEB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1F34"/>
                </a:solidFill>
                <a:latin typeface="Aptos Display"/>
              </a:rPr>
              <a:t>End-to-End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33271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ptos"/>
              </a:rPr>
              <a:t>The complete project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5303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21408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RAW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78608"/>
            <a:ext cx="1554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CSV / Excel / JSON</a:t>
            </a:r>
          </a:p>
        </p:txBody>
      </p:sp>
      <p:sp>
        <p:nvSpPr>
          <p:cNvPr id="11" name="Chevron 10"/>
          <p:cNvSpPr/>
          <p:nvPr/>
        </p:nvSpPr>
        <p:spPr>
          <a:xfrm>
            <a:off x="2532888" y="2633472"/>
            <a:ext cx="256032" cy="50292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60904" y="192024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0904" y="1920240"/>
            <a:ext cx="73152" cy="2057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2121408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PYSPARK + DATABRICKS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2578608"/>
            <a:ext cx="18745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Clean • Transform • Validate</a:t>
            </a:r>
          </a:p>
        </p:txBody>
      </p:sp>
      <p:sp>
        <p:nvSpPr>
          <p:cNvPr id="16" name="Chevron 15"/>
          <p:cNvSpPr/>
          <p:nvPr/>
        </p:nvSpPr>
        <p:spPr>
          <a:xfrm>
            <a:off x="5010912" y="2633472"/>
            <a:ext cx="256032" cy="50292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38928" y="192024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8928" y="1920240"/>
            <a:ext cx="73152" cy="2057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2121408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CLEAN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578608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Structured • Analytics-ready</a:t>
            </a:r>
          </a:p>
        </p:txBody>
      </p:sp>
      <p:sp>
        <p:nvSpPr>
          <p:cNvPr id="21" name="Chevron 20"/>
          <p:cNvSpPr/>
          <p:nvPr/>
        </p:nvSpPr>
        <p:spPr>
          <a:xfrm>
            <a:off x="7214616" y="2633472"/>
            <a:ext cx="256032" cy="50292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42631" y="192024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42631" y="1920240"/>
            <a:ext cx="73152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98663" y="2121408"/>
            <a:ext cx="18745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WATSON STUDIO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663" y="2578608"/>
            <a:ext cx="18745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Dashboard • KPIs • Charts • Filters</a:t>
            </a:r>
          </a:p>
        </p:txBody>
      </p:sp>
      <p:sp>
        <p:nvSpPr>
          <p:cNvPr id="26" name="Chevron 25"/>
          <p:cNvSpPr/>
          <p:nvPr/>
        </p:nvSpPr>
        <p:spPr>
          <a:xfrm>
            <a:off x="9692639" y="2633472"/>
            <a:ext cx="256032" cy="502920"/>
          </a:xfrm>
          <a:prstGeom prst="chevron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20656" y="1920240"/>
            <a:ext cx="21488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0656" y="1920240"/>
            <a:ext cx="73152" cy="20574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2121408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1F34"/>
                </a:solidFill>
                <a:latin typeface="Aptos"/>
              </a:rPr>
              <a:t>BUSINESS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2578608"/>
            <a:ext cx="1691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ptos"/>
              </a:rPr>
              <a:t>Understand the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DATA ENGINEERING &amp; WEB VISUALIZATION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EA5E9"/>
                </a:solidFill>
                <a:latin typeface="Aptos"/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Data Engineering → Data Analytics →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840480"/>
            <a:ext cx="9692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BD5E1"/>
                </a:solidFill>
                <a:latin typeface="Aptos"/>
              </a:rPr>
              <a:t>Raw data is processed and validated with PySpark in Databricks, then transformed into a Watson Studio dashboard for clear visualization.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715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EA5E9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