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Data Engineering &amp; Web Visualization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475569"/>
                </a:solidFill>
              </a:defRPr>
            </a:pPr>
            <a:r>
              <a:t>Raw Data → PySpark Processing in Databricks → Clean Data → Web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25146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6072" y="1993392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1975104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542032"/>
            <a:ext cx="2002536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CSV / Excel / JSON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Uncleaned records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Missing values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Duplicate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600200"/>
            <a:ext cx="2743200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10712" y="1764792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174650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DATABRICKS + PYSPARK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313432"/>
            <a:ext cx="2231136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Load raw data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Clean &amp; transform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Handle missing data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Remove duplicates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Validate data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Create final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5146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993392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975104"/>
            <a:ext cx="1783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CLEAN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542032"/>
            <a:ext cx="2002536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Structured data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Validated records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Analytics-ready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Stored for consumption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00200"/>
            <a:ext cx="2606040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08592" y="1764792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1746504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WEB 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313432"/>
            <a:ext cx="2093976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Dashboard / Website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KPIs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Charts &amp; graphs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Filters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</a:defRPr>
            </a:pPr>
            <a:r>
              <a:t>• Business insights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3035808"/>
            <a:ext cx="32004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" y="3035808"/>
            <a:ext cx="32004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23960" y="3035808"/>
            <a:ext cx="32004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</a:defRPr>
            </a:pPr>
            <a:r>
              <a:t>DATA ENGINEERING  →  DATA ANALYTICS  →  BUSINESS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